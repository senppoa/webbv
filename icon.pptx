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0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9C0EE-EA3D-4451-ACB6-C9CF0E461AAC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DB0B9-47DD-4A2A-A8A6-20A8B91F3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632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D019-16A2-DED9-BC64-676EFB326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3F3949BB-29C4-A9A6-7F68-D49E3FF3FB6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47018F3C-DAE6-84C1-B9F4-D1725C0EB79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dirty="0">
              <a:solidFill>
                <a:srgbClr val="FF0000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526262C6-30E2-01D1-DA23-8CC1675CA1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8AE62B-940A-DB4D-8E23-FA20F9FC32F6}" type="slidenum">
              <a:rPr altLang="en-US" sz="1200"/>
              <a:pPr/>
              <a:t>1</a:t>
            </a:fld>
            <a:endParaRPr lang="en-CN" altLang="en-US" sz="1200"/>
          </a:p>
        </p:txBody>
      </p:sp>
    </p:spTree>
    <p:extLst>
      <p:ext uri="{BB962C8B-B14F-4D97-AF65-F5344CB8AC3E}">
        <p14:creationId xmlns:p14="http://schemas.microsoft.com/office/powerpoint/2010/main" val="103745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D59EF-DCDC-609A-00FE-27C9B2557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FCF335-E4FB-84DA-0C8B-1961E132F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E20ABD-FEC3-8692-3A5C-568BCE25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003E9D-D28A-6420-4842-11F90E94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552879-4F92-707E-60C7-F930E0C9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79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A8AEB-FEDE-4123-2A46-912E12B0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DFAB5B-DF03-DD74-1AB0-7032DF92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9B168C-2F78-1434-817F-E1D840D17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1ED00-84CB-CAF4-123D-8CDE03DC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A9164-4AFE-40C7-4B31-78F24160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2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4FDDC-1D70-BC5F-55D4-A4CFE79B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E24568-4854-E8D4-89ED-3A649FE65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C794A-ECB7-CDF4-BADC-E85EF779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813115-22B6-0CF5-6192-1D32F45A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74178-5788-C58D-9B2B-F30ECE2F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534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CD81C-CBC3-8E48-C2EC-A6547924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9084D6-4D3E-B635-A1BE-FCE996C96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ABD4BC-A548-58ED-C43B-1D52C97A4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537D5F-B381-4250-1A88-C53FFF40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B93878-D979-00E8-AAAA-A8C56BDE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B920E5-3F84-A51F-4D5B-CB9FE962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4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951E3-C519-4D3C-070E-36C209434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A0D57E-0C5D-DEE9-47CA-ED8DCB989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D4B1C4-8BB1-9362-5BEA-B0FA98CC9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C3A747-4DB5-FCF8-4E17-807E8BDDA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64AA55-84AB-B8D4-FCDE-45210F283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22AD6E-27F0-2D68-0274-ED8D29715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E50DB1-224C-F457-2943-6453D666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372524-35EA-A0C5-3274-53330E31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90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6B572-FE14-F0AE-9724-0E053766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5D2B85-039B-9382-BB96-B5FD4650D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525BF8-E234-74B4-CE6D-B4A009996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48CE23-505A-D1AC-4063-1495D5598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60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78965F-2FDB-FAC1-DF6D-492973787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2CAAE3-AAB9-9947-ECBF-6DE9FA665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E9EF7C-4494-7363-DCD3-70752F2F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42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4E712-995D-DF60-E8B6-3190F4A12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6F3699-7E9D-025D-F7C9-E89A367C8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88E847-224E-8869-D746-CCB5CEC97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8EDA20-C7FB-8810-0269-E5C1B7A2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3E52F4-E190-384E-759D-175CE9C7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0B510B-C42D-48F8-6966-2572F1C5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4DA65-72FC-0CAF-EA54-BA81EBB4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342746-E65B-FCDF-5D48-3891E6506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48616D-1D53-4A4A-9602-F11448EF8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CF5251-7940-5EAD-358E-794B0178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F81181-DB16-E0EB-351A-54D27EE74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0B8F65-D2FC-17A9-AE72-0276BE5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35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8A36A-A9AC-A250-0236-5F0323DD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F7D2A2-EF01-823F-E298-AF9637C3F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921FA0-39D1-069D-E4FB-6772C091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118104-A14E-8DF0-FD48-41CC02E37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B3577E-5D4C-E0F3-CD2D-424ED330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95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79BA55-B35A-ABC2-48D3-AE7B525C61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081FB4-B72C-7E75-E70D-42EC31402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CBF418-C4D1-E3FE-43A4-3F8A51E5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B6A2C2-DDC9-BF62-1BA9-6858151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F52D5A-4895-DACC-170F-D3F09568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09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D0E51F-C9DB-006C-7DBC-51752109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B0B9A8-DF94-FEC8-E53D-949CB3BD0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B2897E-5E2B-D2A7-09C0-1B71EA091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94A87-C2EC-4C95-9A43-2B629CB9E46B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99A71F-8DBA-1B6C-549F-CB55E59D5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443BE8-BECA-BEC9-6C1D-B2ACE3036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691E1-4261-4D41-AE47-CA37991E3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88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314EF-187F-E30D-920B-C31433403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9B1D65D-7B07-66DF-7684-798D859AE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040" y="1375378"/>
            <a:ext cx="5168572" cy="387642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4232B-8265-27FD-2770-CF84C4D4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1986" y="6492875"/>
            <a:ext cx="361950" cy="365125"/>
          </a:xfrm>
        </p:spPr>
        <p:txBody>
          <a:bodyPr/>
          <a:lstStyle/>
          <a:p>
            <a:fld id="{A1FDC785-C226-0447-99AF-CDF6E054C89E}" type="slidenum">
              <a:rPr lang="en-US" altLang="zh-CN" b="1" smtClean="0">
                <a:solidFill>
                  <a:schemeClr val="tx1"/>
                </a:solidFill>
              </a:rPr>
              <a:pPr/>
              <a:t>1</a:t>
            </a:fld>
            <a:endParaRPr lang="en-US" altLang="zh-CN" b="1" dirty="0">
              <a:solidFill>
                <a:schemeClr val="tx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D1B129D-AF32-5AF3-9D92-F6FCDB4AAF4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19582" y="1670942"/>
            <a:ext cx="5277397" cy="2648913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A457AC3-69E6-589D-C849-195683109129}"/>
              </a:ext>
            </a:extLst>
          </p:cNvPr>
          <p:cNvCxnSpPr>
            <a:cxnSpLocks/>
          </p:cNvCxnSpPr>
          <p:nvPr/>
        </p:nvCxnSpPr>
        <p:spPr>
          <a:xfrm flipV="1">
            <a:off x="4473689" y="1838381"/>
            <a:ext cx="531661" cy="1775368"/>
          </a:xfrm>
          <a:prstGeom prst="straightConnector1">
            <a:avLst/>
          </a:prstGeom>
          <a:ln w="12700">
            <a:solidFill>
              <a:srgbClr val="0600FA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BFE9E08-92E0-5BFD-44DF-7B13A0C5C8C1}"/>
              </a:ext>
            </a:extLst>
          </p:cNvPr>
          <p:cNvCxnSpPr>
            <a:cxnSpLocks/>
          </p:cNvCxnSpPr>
          <p:nvPr/>
        </p:nvCxnSpPr>
        <p:spPr>
          <a:xfrm flipH="1" flipV="1">
            <a:off x="3391186" y="3488019"/>
            <a:ext cx="1082503" cy="125730"/>
          </a:xfrm>
          <a:prstGeom prst="straightConnector1">
            <a:avLst/>
          </a:prstGeom>
          <a:ln w="12700">
            <a:solidFill>
              <a:srgbClr val="0600FA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DD042D51-B2E1-5AC6-F9DE-4308714C9822}"/>
              </a:ext>
            </a:extLst>
          </p:cNvPr>
          <p:cNvSpPr txBox="1"/>
          <p:nvPr/>
        </p:nvSpPr>
        <p:spPr>
          <a:xfrm>
            <a:off x="4771964" y="4449347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600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dirty="0">
              <a:solidFill>
                <a:srgbClr val="060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E24436-0B2B-532E-5DA9-D9FCC9B4C990}"/>
              </a:ext>
            </a:extLst>
          </p:cNvPr>
          <p:cNvSpPr txBox="1"/>
          <p:nvPr/>
        </p:nvSpPr>
        <p:spPr>
          <a:xfrm>
            <a:off x="3322308" y="33780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600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dirty="0">
              <a:solidFill>
                <a:srgbClr val="060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C8FAB88-DD0E-8C1C-B9AD-F0A5D7D2BEDE}"/>
              </a:ext>
            </a:extLst>
          </p:cNvPr>
          <p:cNvSpPr txBox="1"/>
          <p:nvPr/>
        </p:nvSpPr>
        <p:spPr>
          <a:xfrm>
            <a:off x="4720235" y="1666939"/>
            <a:ext cx="300082" cy="369332"/>
          </a:xfrm>
          <a:prstGeom prst="rect">
            <a:avLst/>
          </a:prstGeom>
          <a:ln>
            <a:noFill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600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dirty="0">
              <a:solidFill>
                <a:srgbClr val="060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0C06E05-BDA8-617A-79BD-571615AD2B8A}"/>
              </a:ext>
            </a:extLst>
          </p:cNvPr>
          <p:cNvSpPr/>
          <p:nvPr/>
        </p:nvSpPr>
        <p:spPr>
          <a:xfrm>
            <a:off x="3884950" y="2973990"/>
            <a:ext cx="1177478" cy="1177478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  <a:alpha val="40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outerShdw blurRad="50800" dist="50800" dir="5400000" algn="ctr" rotWithShape="0">
              <a:schemeClr val="accent5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6B0DCE4-7650-FBA0-7E73-6BBD84CB123A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4473689" y="1845699"/>
            <a:ext cx="3628641" cy="1128291"/>
          </a:xfrm>
          <a:prstGeom prst="line">
            <a:avLst/>
          </a:prstGeom>
          <a:ln>
            <a:solidFill>
              <a:srgbClr val="0600FA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C494FE2-34BB-40A5-6EAB-EB5A2796443F}"/>
              </a:ext>
            </a:extLst>
          </p:cNvPr>
          <p:cNvCxnSpPr>
            <a:cxnSpLocks/>
            <a:stCxn id="28" idx="4"/>
          </p:cNvCxnSpPr>
          <p:nvPr/>
        </p:nvCxnSpPr>
        <p:spPr>
          <a:xfrm>
            <a:off x="4473689" y="4151468"/>
            <a:ext cx="3665219" cy="682416"/>
          </a:xfrm>
          <a:prstGeom prst="line">
            <a:avLst/>
          </a:prstGeom>
          <a:ln>
            <a:solidFill>
              <a:srgbClr val="0600FA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3A9E3EF-646F-0181-9B27-276DCA2B0133}"/>
              </a:ext>
            </a:extLst>
          </p:cNvPr>
          <p:cNvCxnSpPr>
            <a:cxnSpLocks/>
          </p:cNvCxnSpPr>
          <p:nvPr/>
        </p:nvCxnSpPr>
        <p:spPr>
          <a:xfrm>
            <a:off x="4473689" y="3613749"/>
            <a:ext cx="333375" cy="1163411"/>
          </a:xfrm>
          <a:prstGeom prst="straightConnector1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4000">
                  <a:schemeClr val="accent1">
                    <a:lumMod val="45000"/>
                    <a:lumOff val="55000"/>
                  </a:schemeClr>
                </a:gs>
                <a:gs pos="47000">
                  <a:srgbClr val="0600FA"/>
                </a:gs>
                <a:gs pos="100000">
                  <a:srgbClr val="0000FF"/>
                </a:gs>
              </a:gsLst>
              <a:lin ang="5400000" scaled="1"/>
            </a:gra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557AD017-B937-A6C2-4B77-461DA8442C74}"/>
              </a:ext>
            </a:extLst>
          </p:cNvPr>
          <p:cNvSpPr txBox="1"/>
          <p:nvPr/>
        </p:nvSpPr>
        <p:spPr>
          <a:xfrm>
            <a:off x="4280732" y="3432241"/>
            <a:ext cx="378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5119D81-352F-66AD-9342-B2BE34EDFEB4}"/>
              </a:ext>
            </a:extLst>
          </p:cNvPr>
          <p:cNvSpPr/>
          <p:nvPr/>
        </p:nvSpPr>
        <p:spPr>
          <a:xfrm>
            <a:off x="7881203" y="3105368"/>
            <a:ext cx="530399" cy="530399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118190"/>
      </p:ext>
    </p:extLst>
  </p:cSld>
  <p:clrMapOvr>
    <a:masterClrMapping/>
  </p:clrMapOvr>
  <p:transition advTm="7885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宽屏</PresentationFormat>
  <Paragraphs>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黑体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 Tang</dc:creator>
  <cp:lastModifiedBy>Kun Tang</cp:lastModifiedBy>
  <cp:revision>1</cp:revision>
  <dcterms:created xsi:type="dcterms:W3CDTF">2025-03-25T03:45:35Z</dcterms:created>
  <dcterms:modified xsi:type="dcterms:W3CDTF">2025-03-25T03:45:43Z</dcterms:modified>
</cp:coreProperties>
</file>